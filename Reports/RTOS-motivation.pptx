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F4D9-45D7-61CD-1B35-C390CFB64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22DC0-BE14-80DB-2D50-EC2A7A29B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CCC02-FDAA-6A39-525F-73ED9B0B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BD14-22DB-B101-740C-50C34B14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F2AC3-6DEE-3101-12C2-12E64DD9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1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26AA-262C-7FE3-48D1-AE115988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F16C-98C1-7BE9-25CE-3FDB2247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D1D94-CBA9-C79A-68A4-C0EA2371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BD13F-33AC-51CE-3860-26D41AEC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62E9B-B7CF-597A-114F-64329EA9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4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E199-F85A-70C2-0461-BEC4232A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2C93A-7842-D1C0-FC63-D6D14FB7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72AEF-39EB-8234-0076-9BF15BEF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DDE74-FF1D-CCDC-4E39-D85D5AE6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4C385-6C3B-B648-9DF4-4631829A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EDC4-8F74-CC4D-FF2D-E0A6B8728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FE854-34A6-D810-F28B-E85014FE3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E62E0-1696-626D-F7C1-1162635C3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CA755-88A6-C2E4-FA4B-340D0AEA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AE7F0-C3D5-74ED-1856-5CB35031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2CE79-BAD8-7025-17B0-4282C758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4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BFBC-D98F-2BB8-0DF7-F4EC4B26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E46CA-784D-9995-43CE-A613030EE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56930-5125-587B-ABB1-D1A0BAAB8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9455D-6F4D-34A8-8781-6D6F9A248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EACCE-FCDB-D539-A934-0FDE69AD4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9B23B-5F29-A0D0-7909-A60B6556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8BA1A-1C7C-39A9-7632-B75FB0054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06CC4-966E-D90D-ADF9-FCFD75B7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00A0-69F0-C648-27C3-46474BBB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613B4-2CF8-FB7A-A6A5-2DD577AC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3072C-14F3-EEE7-2BC5-B2ACE9C0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F4ECB-437B-2C59-D67E-666FA819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41F65-E4D8-C443-BE98-1FFA66E0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8CAD3-0D08-A24E-8188-0A9F3E9C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C1AA2-769C-5A44-B092-3B8EA5FB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7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A18A-3FFC-7CF2-61E9-70E606CDF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C360D-A2D9-77F4-EF0F-74F2562A1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06D0F-D4D8-F72E-5C97-C7A609C49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87DD8-AA0F-6E50-59EF-B07395A3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7069F-AE77-803D-1210-DEC26EA2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9B5F8-894B-72E2-3FA4-F2835838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8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E4F5-6159-3BFB-0A4D-BBBA88C1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6DDD1-809C-9D22-B816-47254BA55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1F42D-EF31-B616-F886-88AD44EB3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061DB-1238-9F24-AFBB-247EBD5C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A7B3B-1B5E-5F91-7910-0722DD31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CD2F0-995B-C0E4-2EBE-0EAE825E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47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D8D3-A5D2-AB3D-83C0-D92356C2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9F2EB-0EE9-AE9C-A16A-87E15EECF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0C07-AA33-589D-AA98-A3AD991C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2DADC-0DC4-880A-BCBB-20D0F11D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7C76-35DF-58BF-4B59-FE2384A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6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290EE-6EA2-EDF9-2FE6-8C85F50F3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4DB25-696C-1BE3-74A0-2970BAE8F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DCA9F-CF51-47A7-F4FF-2A2DA42D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11A6-170E-6EB6-8A6F-D3EFF6B2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7BE4D-141A-F44E-7946-DA0FCFF6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E4066-E3F0-11EB-521A-49EB20C6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24CA7-0BDB-04D5-CB6D-83FDDBD68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EB31-15C4-E18A-40A2-452EAD3B5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66AC0-E9F3-44D1-AF48-C87A1CBB719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30B3-316F-AFCC-813D-82FCE84CE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A3F42-14BC-E144-5960-5A01E4BD4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CB6ED-085C-4BD9-A888-D56FA59B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5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1542E3-4665-C5FD-CAC0-64EAB01BBDE7}"/>
              </a:ext>
            </a:extLst>
          </p:cNvPr>
          <p:cNvSpPr txBox="1"/>
          <p:nvPr/>
        </p:nvSpPr>
        <p:spPr>
          <a:xfrm>
            <a:off x="3847137" y="219928"/>
            <a:ext cx="412554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void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b="1" dirty="0" err="1">
                <a:effectLst/>
                <a:latin typeface="Consolas" panose="020B0609020204030204" pitchFamily="49" charset="0"/>
              </a:rPr>
              <a:t>queue_init</a:t>
            </a:r>
            <a:r>
              <a:rPr lang="en-US" sz="800" dirty="0">
                <a:effectLst/>
                <a:latin typeface="Consolas" panose="020B0609020204030204" pitchFamily="49" charset="0"/>
              </a:rPr>
              <a:t>(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QueueLedHandle_t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*queue,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*buff)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queue-&gt;head =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queue-&gt;tail =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queue-&gt;count =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led_request_buffer</a:t>
            </a:r>
            <a:r>
              <a:rPr lang="en-US" sz="800" dirty="0">
                <a:effectLst/>
                <a:latin typeface="Consolas" panose="020B0609020204030204" pitchFamily="49" charset="0"/>
              </a:rPr>
              <a:t> = buff;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uint8_t </a:t>
            </a:r>
            <a:r>
              <a:rPr lang="en-US" sz="800" b="1" dirty="0" err="1">
                <a:effectLst/>
                <a:latin typeface="Consolas" panose="020B0609020204030204" pitchFamily="49" charset="0"/>
              </a:rPr>
              <a:t>push_queue</a:t>
            </a:r>
            <a:r>
              <a:rPr lang="en-US" sz="800" dirty="0">
                <a:effectLst/>
                <a:latin typeface="Consolas" panose="020B0609020204030204" pitchFamily="49" charset="0"/>
              </a:rPr>
              <a:t>(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QueueLedHandle_t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queue,LedBlinkRequest_t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*data)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if</a:t>
            </a:r>
            <a:r>
              <a:rPr lang="en-US" sz="800" dirty="0">
                <a:effectLst/>
                <a:latin typeface="Consolas" panose="020B0609020204030204" pitchFamily="49" charset="0"/>
              </a:rPr>
              <a:t> (queue-&gt;count &gt;= QUEUE_MAXSIZE)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return</a:t>
            </a:r>
            <a:r>
              <a:rPr lang="en-US" sz="800" dirty="0">
                <a:effectLst/>
                <a:latin typeface="Consolas" panose="020B0609020204030204" pitchFamily="49" charset="0"/>
              </a:rPr>
              <a:t>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led_request_buffer</a:t>
            </a:r>
            <a:r>
              <a:rPr lang="en-US" sz="800" dirty="0">
                <a:effectLst/>
                <a:latin typeface="Consolas" panose="020B0609020204030204" pitchFamily="49" charset="0"/>
              </a:rPr>
              <a:t>[queue-&gt;tail] = *data;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queue-&gt;tail = (queue-&gt;tail + 1) % QUEUE_MAXSIZE;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queue-&gt;count++;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return</a:t>
            </a:r>
            <a:r>
              <a:rPr lang="en-US" sz="800" dirty="0">
                <a:effectLst/>
                <a:latin typeface="Consolas" panose="020B0609020204030204" pitchFamily="49" charset="0"/>
              </a:rPr>
              <a:t> 1;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uint8_t </a:t>
            </a:r>
            <a:r>
              <a:rPr lang="en-US" sz="800" b="1" dirty="0" err="1">
                <a:effectLst/>
                <a:latin typeface="Consolas" panose="020B0609020204030204" pitchFamily="49" charset="0"/>
              </a:rPr>
              <a:t>pop_queue</a:t>
            </a:r>
            <a:r>
              <a:rPr lang="en-US" sz="800" dirty="0">
                <a:effectLst/>
                <a:latin typeface="Consolas" panose="020B0609020204030204" pitchFamily="49" charset="0"/>
              </a:rPr>
              <a:t>(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QueueLedHandle_t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*queue,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*data)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if</a:t>
            </a:r>
            <a:r>
              <a:rPr lang="en-US" sz="800" dirty="0">
                <a:effectLst/>
                <a:latin typeface="Consolas" panose="020B0609020204030204" pitchFamily="49" charset="0"/>
              </a:rPr>
              <a:t> (queue-&gt;count == 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return</a:t>
            </a:r>
            <a:r>
              <a:rPr lang="en-US" sz="800" dirty="0">
                <a:effectLst/>
                <a:latin typeface="Consolas" panose="020B0609020204030204" pitchFamily="49" charset="0"/>
              </a:rPr>
              <a:t> 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*data = queue-&gt;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led_request_buffer</a:t>
            </a:r>
            <a:r>
              <a:rPr lang="en-US" sz="800" dirty="0">
                <a:effectLst/>
                <a:latin typeface="Consolas" panose="020B0609020204030204" pitchFamily="49" charset="0"/>
              </a:rPr>
              <a:t>[queue-&gt;head];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queue-&gt;head = (queue-&gt;head + 1) % QUEUE_MAXSIZE;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queue-&gt;count--;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return</a:t>
            </a:r>
            <a:r>
              <a:rPr lang="en-US" sz="800" dirty="0">
                <a:effectLst/>
                <a:latin typeface="Consolas" panose="020B0609020204030204" pitchFamily="49" charset="0"/>
              </a:rPr>
              <a:t> 1;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0D46E-4FCB-A9B3-F6E4-F2A3F5FF9186}"/>
              </a:ext>
            </a:extLst>
          </p:cNvPr>
          <p:cNvSpPr txBox="1"/>
          <p:nvPr/>
        </p:nvSpPr>
        <p:spPr>
          <a:xfrm>
            <a:off x="8344864" y="452996"/>
            <a:ext cx="260478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int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b="1" dirty="0">
                <a:effectLst/>
                <a:latin typeface="Consolas" panose="020B0609020204030204" pitchFamily="49" charset="0"/>
              </a:rPr>
              <a:t>main</a:t>
            </a:r>
            <a:r>
              <a:rPr lang="en-US" sz="800" dirty="0">
                <a:effectLst/>
                <a:latin typeface="Consolas" panose="020B0609020204030204" pitchFamily="49" charset="0"/>
              </a:rPr>
              <a:t>(</a:t>
            </a:r>
            <a:r>
              <a:rPr lang="en-US" sz="800" b="1" dirty="0">
                <a:effectLst/>
                <a:latin typeface="Consolas" panose="020B0609020204030204" pitchFamily="49" charset="0"/>
              </a:rPr>
              <a:t>void</a:t>
            </a:r>
            <a:r>
              <a:rPr lang="en-US" sz="800" dirty="0"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queue_init</a:t>
            </a:r>
            <a:r>
              <a:rPr lang="en-US" sz="800" dirty="0">
                <a:effectLst/>
                <a:latin typeface="Consolas" panose="020B0609020204030204" pitchFamily="49" charset="0"/>
              </a:rPr>
              <a:t>(&amp;queue, buff);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data[5];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data_rx</a:t>
            </a:r>
            <a:r>
              <a:rPr lang="en-US" sz="800" dirty="0">
                <a:effectLst/>
                <a:latin typeface="Consolas" panose="020B0609020204030204" pitchFamily="49" charset="0"/>
              </a:rPr>
              <a:t>[5];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for</a:t>
            </a:r>
            <a:r>
              <a:rPr lang="en-US" sz="800" dirty="0">
                <a:effectLst/>
                <a:latin typeface="Consolas" panose="020B0609020204030204" pitchFamily="49" charset="0"/>
              </a:rPr>
              <a:t>(</a:t>
            </a:r>
            <a:r>
              <a:rPr lang="en-US" sz="800" b="1" dirty="0">
                <a:effectLst/>
                <a:latin typeface="Consolas" panose="020B0609020204030204" pitchFamily="49" charset="0"/>
              </a:rPr>
              <a:t>int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 = 0;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&lt; 5;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++)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data[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].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cycle_count</a:t>
            </a:r>
            <a:r>
              <a:rPr lang="en-US" sz="800" dirty="0">
                <a:effectLst/>
                <a:latin typeface="Consolas" panose="020B0609020204030204" pitchFamily="49" charset="0"/>
              </a:rPr>
              <a:t> =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data[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].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cycle_time_ms</a:t>
            </a:r>
            <a:r>
              <a:rPr lang="en-US" sz="800" dirty="0">
                <a:effectLst/>
                <a:latin typeface="Consolas" panose="020B0609020204030204" pitchFamily="49" charset="0"/>
              </a:rPr>
              <a:t> = i+10;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while</a:t>
            </a:r>
            <a:r>
              <a:rPr lang="en-US" sz="800" dirty="0">
                <a:effectLst/>
                <a:latin typeface="Consolas" panose="020B0609020204030204" pitchFamily="49" charset="0"/>
              </a:rPr>
              <a:t> (1)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for</a:t>
            </a:r>
            <a:r>
              <a:rPr lang="en-US" sz="800" dirty="0">
                <a:effectLst/>
                <a:latin typeface="Consolas" panose="020B0609020204030204" pitchFamily="49" charset="0"/>
              </a:rPr>
              <a:t>(</a:t>
            </a:r>
            <a:r>
              <a:rPr lang="en-US" sz="800" b="1" dirty="0">
                <a:effectLst/>
                <a:latin typeface="Consolas" panose="020B0609020204030204" pitchFamily="49" charset="0"/>
              </a:rPr>
              <a:t>int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 = 0;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 &lt; 5;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++)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push_queue</a:t>
            </a:r>
            <a:r>
              <a:rPr lang="en-US" sz="800" dirty="0">
                <a:effectLst/>
                <a:latin typeface="Consolas" panose="020B0609020204030204" pitchFamily="49" charset="0"/>
              </a:rPr>
              <a:t>(&amp;queue, &amp;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data_rx</a:t>
            </a:r>
            <a:r>
              <a:rPr lang="en-US" sz="800" dirty="0">
                <a:effectLst/>
                <a:latin typeface="Consolas" panose="020B0609020204030204" pitchFamily="49" charset="0"/>
              </a:rPr>
              <a:t>[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]);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HAL_Delay</a:t>
            </a:r>
            <a:r>
              <a:rPr lang="en-US" sz="800" dirty="0">
                <a:effectLst/>
                <a:latin typeface="Consolas" panose="020B0609020204030204" pitchFamily="49" charset="0"/>
              </a:rPr>
              <a:t>(1);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pop_queue</a:t>
            </a:r>
            <a:r>
              <a:rPr lang="en-US" sz="800" dirty="0">
                <a:effectLst/>
                <a:latin typeface="Consolas" panose="020B0609020204030204" pitchFamily="49" charset="0"/>
              </a:rPr>
              <a:t>(&amp;queue, &amp;data[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800" dirty="0">
                <a:effectLst/>
                <a:latin typeface="Consolas" panose="020B0609020204030204" pitchFamily="49" charset="0"/>
              </a:rPr>
              <a:t>]);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HAL_Delay</a:t>
            </a:r>
            <a:r>
              <a:rPr lang="en-US" sz="800" dirty="0">
                <a:effectLst/>
                <a:latin typeface="Consolas" panose="020B0609020204030204" pitchFamily="49" charset="0"/>
              </a:rPr>
              <a:t>(1);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D2D2C-E0D7-7F55-C1DB-6728FF05800E}"/>
              </a:ext>
            </a:extLst>
          </p:cNvPr>
          <p:cNvSpPr txBox="1"/>
          <p:nvPr/>
        </p:nvSpPr>
        <p:spPr>
          <a:xfrm>
            <a:off x="937550" y="452996"/>
            <a:ext cx="25374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#define</a:t>
            </a:r>
            <a:r>
              <a:rPr lang="en-US" sz="800" dirty="0">
                <a:effectLst/>
                <a:latin typeface="Consolas" panose="020B0609020204030204" pitchFamily="49" charset="0"/>
              </a:rPr>
              <a:t> QUEUE_MAXSIZE 5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typedef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b="1" dirty="0">
                <a:effectLst/>
                <a:latin typeface="Consolas" panose="020B0609020204030204" pitchFamily="49" charset="0"/>
              </a:rPr>
              <a:t>struct</a:t>
            </a: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uint8_t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cycle_count</a:t>
            </a:r>
            <a:r>
              <a:rPr lang="en-US" sz="80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uint16_t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cycle_time_ms</a:t>
            </a:r>
            <a:r>
              <a:rPr lang="en-US" sz="80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Consolas" panose="020B0609020204030204" pitchFamily="49" charset="0"/>
              </a:rPr>
              <a:t>typedef</a:t>
            </a:r>
            <a:r>
              <a:rPr lang="en-US" sz="800" dirty="0">
                <a:effectLst/>
                <a:latin typeface="Consolas" panose="020B0609020204030204" pitchFamily="49" charset="0"/>
              </a:rPr>
              <a:t> </a:t>
            </a:r>
            <a:r>
              <a:rPr lang="en-US" sz="800" b="1" dirty="0">
                <a:effectLst/>
                <a:latin typeface="Consolas" panose="020B0609020204030204" pitchFamily="49" charset="0"/>
              </a:rPr>
              <a:t>struct</a:t>
            </a: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uint8_t head;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uint8_t tail;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uint8_t count;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*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led_request_buffer</a:t>
            </a:r>
            <a:r>
              <a:rPr lang="en-US" sz="80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nsolas" panose="020B0609020204030204" pitchFamily="49" charset="0"/>
              </a:rPr>
              <a:t>} </a:t>
            </a:r>
            <a:r>
              <a:rPr lang="en-US" sz="800" dirty="0" err="1">
                <a:effectLst/>
                <a:latin typeface="Consolas" panose="020B0609020204030204" pitchFamily="49" charset="0"/>
              </a:rPr>
              <a:t>QueueLedHandle_t</a:t>
            </a:r>
            <a:r>
              <a:rPr lang="en-US" sz="80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800" dirty="0">
                <a:effectLst/>
                <a:latin typeface="Consolas" panose="020B0609020204030204" pitchFamily="49" charset="0"/>
              </a:rPr>
            </a:br>
            <a:br>
              <a:rPr lang="en-US" sz="800" dirty="0">
                <a:effectLst/>
                <a:latin typeface="Consolas" panose="020B0609020204030204" pitchFamily="49" charset="0"/>
              </a:rPr>
            </a:br>
            <a:endParaRPr lang="en-US" sz="800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LedBlinkRequest_t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buff[QUEUE_MAXSIZE];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effectLst/>
                <a:latin typeface="Consolas" panose="020B0609020204030204" pitchFamily="49" charset="0"/>
              </a:rPr>
              <a:t>QueueLedHandle_t</a:t>
            </a:r>
            <a:r>
              <a:rPr lang="en-US" sz="800" dirty="0">
                <a:effectLst/>
                <a:latin typeface="Consolas" panose="020B0609020204030204" pitchFamily="49" charset="0"/>
              </a:rPr>
              <a:t> queue;</a:t>
            </a:r>
          </a:p>
        </p:txBody>
      </p:sp>
    </p:spTree>
    <p:extLst>
      <p:ext uri="{BB962C8B-B14F-4D97-AF65-F5344CB8AC3E}">
        <p14:creationId xmlns:p14="http://schemas.microsoft.com/office/powerpoint/2010/main" val="99545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DE1681-707D-2D7C-36A5-C1BA62F6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79" y="884625"/>
            <a:ext cx="7373379" cy="447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9C882-D7CD-08AE-06F9-E2E17645B86E}"/>
              </a:ext>
            </a:extLst>
          </p:cNvPr>
          <p:cNvSpPr txBox="1"/>
          <p:nvPr/>
        </p:nvSpPr>
        <p:spPr>
          <a:xfrm>
            <a:off x="4468483" y="3562710"/>
            <a:ext cx="6711350" cy="2954655"/>
          </a:xfrm>
          <a:prstGeom prst="rec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b="1" u="sng" dirty="0" err="1">
                <a:solidFill>
                  <a:srgbClr val="FF0000"/>
                </a:solidFill>
              </a:rPr>
              <a:t>Lưu</a:t>
            </a:r>
            <a:r>
              <a:rPr lang="en-US" sz="2400" b="1" u="sng" dirty="0">
                <a:solidFill>
                  <a:srgbClr val="FF0000"/>
                </a:solidFill>
              </a:rPr>
              <a:t> ý: </a:t>
            </a:r>
          </a:p>
          <a:p>
            <a:pPr algn="just"/>
            <a:r>
              <a:rPr lang="en-US" dirty="0"/>
              <a:t>	1.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MCU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pending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update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timer 2 (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, debug </a:t>
            </a:r>
            <a:r>
              <a:rPr lang="en-US" dirty="0" err="1"/>
              <a:t>từng</a:t>
            </a:r>
            <a:r>
              <a:rPr lang="en-US" dirty="0"/>
              <a:t> single step </a:t>
            </a:r>
            <a:r>
              <a:rPr lang="en-US" dirty="0" err="1"/>
              <a:t>thì</a:t>
            </a:r>
            <a:r>
              <a:rPr lang="en-US" dirty="0"/>
              <a:t> ko </a:t>
            </a:r>
            <a:r>
              <a:rPr lang="en-US" dirty="0" err="1"/>
              <a:t>bị</a:t>
            </a:r>
            <a:r>
              <a:rPr lang="en-US" dirty="0"/>
              <a:t>),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reset/ power on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	2.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auto – reload </a:t>
            </a:r>
            <a:r>
              <a:rPr lang="en-US" dirty="0" err="1"/>
              <a:t>prereload</a:t>
            </a:r>
            <a:r>
              <a:rPr lang="en-US" dirty="0"/>
              <a:t>: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ARR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nóng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CNT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tràn</a:t>
            </a:r>
            <a:r>
              <a:rPr lang="en-US" dirty="0"/>
              <a:t> chu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CNT = 0 </a:t>
            </a:r>
            <a:r>
              <a:rPr lang="en-US" dirty="0" err="1"/>
              <a:t>và</a:t>
            </a:r>
            <a:r>
              <a:rPr lang="en-US" dirty="0"/>
              <a:t> timer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chu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=&gt;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IOC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CR1.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38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527</Words>
  <Application>Microsoft Office PowerPoint</Application>
  <PresentationFormat>Widescreen</PresentationFormat>
  <Paragraphs>81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Quoc Anh 20222454</dc:creator>
  <cp:lastModifiedBy>Nguyen Quoc Anh 20222454</cp:lastModifiedBy>
  <cp:revision>8</cp:revision>
  <dcterms:created xsi:type="dcterms:W3CDTF">2026-07-29T18:58:31Z</dcterms:created>
  <dcterms:modified xsi:type="dcterms:W3CDTF">2026-07-29T21:00:31Z</dcterms:modified>
</cp:coreProperties>
</file>